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  <p:italic r:id="rId20"/>
    </p:embeddedFont>
    <p:embeddedFont>
      <p:font typeface="Noto Sans CJK SC"/>
      <p:regular r:id="rId21"/>
      <p:bold r:id="rId21"/>
      <p:italic r:id="rId21"/>
    </p:embeddedFont>
    <p:embeddedFont>
      <p:font typeface="Noto Sans Devanagari"/>
      <p:regular r:id="rId22"/>
      <p:bold r:id="rId22"/>
      <p:italic r:id="rId2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font" Target="fonts/Font_1_Nunito_Regular.fntdata"/><Relationship Id="rId16" Type="http://schemas.openxmlformats.org/officeDocument/2006/relationships/font" Target="fonts/Font_2_Nunito_Bold.fntdata"/><Relationship Id="rId17" Type="http://schemas.openxmlformats.org/officeDocument/2006/relationships/font" Target="fonts/Font_3_Nunito_Italic.fntdata"/><Relationship Id="rId18" Type="http://schemas.openxmlformats.org/officeDocument/2006/relationships/font" Target="fonts/Font_4_Nunito_BoldItalic.fntdata"/><Relationship Id="rId19" Type="http://schemas.openxmlformats.org/officeDocument/2006/relationships/font" Target="fonts/Font_5_Maven_Pro_Regular.fntdata"/><Relationship Id="rId20" Type="http://schemas.openxmlformats.org/officeDocument/2006/relationships/font" Target="fonts/Font_6_Maven_Pro_Bold.fntdata"/><Relationship Id="rId21" Type="http://schemas.openxmlformats.org/officeDocument/2006/relationships/font" Target="fonts/Font_7_Noto_Sans_CJK_SC_Regular.fntdata"/><Relationship Id="rId22" Type="http://schemas.openxmlformats.org/officeDocument/2006/relationships/font" Target="fonts/Font_8_Noto_Sans_Devanagari_Regular.fntdata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0392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nl-NL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D5287C1-2C53-48D0-829A-2313005106A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0AC20A-596A-41B7-830E-82995216F9E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Num" idx="3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3BF8B4-F9D5-4AF3-912A-62B8FB32F88A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50;p3"/>
          <p:cNvGrpSpPr/>
          <p:nvPr/>
        </p:nvGrpSpPr>
        <p:grpSpPr>
          <a:xfrm>
            <a:off x="147240" y="3600"/>
            <a:ext cx="1232640" cy="1384200"/>
            <a:chOff x="147240" y="3600"/>
            <a:chExt cx="1232640" cy="1384200"/>
          </a:xfrm>
        </p:grpSpPr>
        <p:grpSp>
          <p:nvGrpSpPr>
            <p:cNvPr id="174" name="Google Shape;51;p3"/>
            <p:cNvGrpSpPr/>
            <p:nvPr/>
          </p:nvGrpSpPr>
          <p:grpSpPr>
            <a:xfrm>
              <a:off x="1063440" y="3600"/>
              <a:ext cx="316440" cy="688320"/>
              <a:chOff x="1063440" y="3600"/>
              <a:chExt cx="316440" cy="688320"/>
            </a:xfrm>
          </p:grpSpPr>
          <p:sp>
            <p:nvSpPr>
              <p:cNvPr id="175" name="Google Shape;52;p3"/>
              <p:cNvSpPr/>
              <p:nvPr/>
            </p:nvSpPr>
            <p:spPr>
              <a:xfrm rot="10800000">
                <a:off x="1063440" y="360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53;p3"/>
              <p:cNvSpPr/>
              <p:nvPr/>
            </p:nvSpPr>
            <p:spPr>
              <a:xfrm rot="10800000">
                <a:off x="1063440" y="360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7" name="Google Shape;54;p3"/>
            <p:cNvGrpSpPr/>
            <p:nvPr/>
          </p:nvGrpSpPr>
          <p:grpSpPr>
            <a:xfrm>
              <a:off x="605160" y="3600"/>
              <a:ext cx="316440" cy="1036440"/>
              <a:chOff x="605160" y="3600"/>
              <a:chExt cx="316440" cy="1036440"/>
            </a:xfrm>
          </p:grpSpPr>
          <p:sp>
            <p:nvSpPr>
              <p:cNvPr id="178" name="Google Shape;55;p3"/>
              <p:cNvSpPr/>
              <p:nvPr/>
            </p:nvSpPr>
            <p:spPr>
              <a:xfrm rot="10800000">
                <a:off x="605160" y="360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Google Shape;56;p3"/>
              <p:cNvSpPr/>
              <p:nvPr/>
            </p:nvSpPr>
            <p:spPr>
              <a:xfrm rot="10800000">
                <a:off x="605160" y="396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Google Shape;57;p3"/>
              <p:cNvSpPr/>
              <p:nvPr/>
            </p:nvSpPr>
            <p:spPr>
              <a:xfrm rot="10800000">
                <a:off x="605160" y="360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1" name="Google Shape;58;p3"/>
            <p:cNvGrpSpPr/>
            <p:nvPr/>
          </p:nvGrpSpPr>
          <p:grpSpPr>
            <a:xfrm>
              <a:off x="147240" y="3600"/>
              <a:ext cx="316440" cy="1384200"/>
              <a:chOff x="147240" y="3600"/>
              <a:chExt cx="316440" cy="1384200"/>
            </a:xfrm>
          </p:grpSpPr>
          <p:sp>
            <p:nvSpPr>
              <p:cNvPr id="182" name="Google Shape;59;p3"/>
              <p:cNvSpPr/>
              <p:nvPr/>
            </p:nvSpPr>
            <p:spPr>
              <a:xfrm rot="10800000">
                <a:off x="147240" y="360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Google Shape;60;p3"/>
              <p:cNvSpPr/>
              <p:nvPr/>
            </p:nvSpPr>
            <p:spPr>
              <a:xfrm rot="10800000">
                <a:off x="147240" y="3600"/>
                <a:ext cx="316440" cy="1384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Google Shape;61;p3"/>
              <p:cNvSpPr/>
              <p:nvPr/>
            </p:nvSpPr>
            <p:spPr>
              <a:xfrm rot="10800000">
                <a:off x="147240" y="396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Google Shape;62;p3"/>
              <p:cNvSpPr/>
              <p:nvPr/>
            </p:nvSpPr>
            <p:spPr>
              <a:xfrm rot="10800000">
                <a:off x="147240" y="360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6" name="Google Shape;63;p3"/>
          <p:cNvGrpSpPr/>
          <p:nvPr/>
        </p:nvGrpSpPr>
        <p:grpSpPr>
          <a:xfrm>
            <a:off x="6775200" y="2904120"/>
            <a:ext cx="2185920" cy="2239200"/>
            <a:chOff x="6775200" y="2904120"/>
            <a:chExt cx="2185920" cy="2239200"/>
          </a:xfrm>
        </p:grpSpPr>
        <p:grpSp>
          <p:nvGrpSpPr>
            <p:cNvPr id="187" name="Google Shape;64;p3"/>
            <p:cNvGrpSpPr/>
            <p:nvPr/>
          </p:nvGrpSpPr>
          <p:grpSpPr>
            <a:xfrm>
              <a:off x="6775200" y="4253760"/>
              <a:ext cx="409320" cy="889560"/>
              <a:chOff x="6775200" y="4253760"/>
              <a:chExt cx="409320" cy="889560"/>
            </a:xfrm>
          </p:grpSpPr>
          <p:sp>
            <p:nvSpPr>
              <p:cNvPr id="188" name="Google Shape;65;p3"/>
              <p:cNvSpPr/>
              <p:nvPr/>
            </p:nvSpPr>
            <p:spPr>
              <a:xfrm>
                <a:off x="67752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Google Shape;66;p3"/>
              <p:cNvSpPr/>
              <p:nvPr/>
            </p:nvSpPr>
            <p:spPr>
              <a:xfrm>
                <a:off x="67752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0" name="Google Shape;67;p3"/>
            <p:cNvGrpSpPr/>
            <p:nvPr/>
          </p:nvGrpSpPr>
          <p:grpSpPr>
            <a:xfrm>
              <a:off x="7367400" y="3804120"/>
              <a:ext cx="409320" cy="1339200"/>
              <a:chOff x="7367400" y="3804120"/>
              <a:chExt cx="409320" cy="1339200"/>
            </a:xfrm>
          </p:grpSpPr>
          <p:sp>
            <p:nvSpPr>
              <p:cNvPr id="191" name="Google Shape;68;p3"/>
              <p:cNvSpPr/>
              <p:nvPr/>
            </p:nvSpPr>
            <p:spPr>
              <a:xfrm>
                <a:off x="73674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Google Shape;69;p3"/>
              <p:cNvSpPr/>
              <p:nvPr/>
            </p:nvSpPr>
            <p:spPr>
              <a:xfrm>
                <a:off x="7367400" y="3804120"/>
                <a:ext cx="409320" cy="13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Google Shape;70;p3"/>
              <p:cNvSpPr/>
              <p:nvPr/>
            </p:nvSpPr>
            <p:spPr>
              <a:xfrm>
                <a:off x="73674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4" name="Google Shape;71;p3"/>
            <p:cNvGrpSpPr/>
            <p:nvPr/>
          </p:nvGrpSpPr>
          <p:grpSpPr>
            <a:xfrm>
              <a:off x="7959600" y="3354120"/>
              <a:ext cx="409320" cy="1789200"/>
              <a:chOff x="7959600" y="3354120"/>
              <a:chExt cx="409320" cy="1789200"/>
            </a:xfrm>
          </p:grpSpPr>
          <p:sp>
            <p:nvSpPr>
              <p:cNvPr id="195" name="Google Shape;72;p3"/>
              <p:cNvSpPr/>
              <p:nvPr/>
            </p:nvSpPr>
            <p:spPr>
              <a:xfrm>
                <a:off x="79596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Google Shape;73;p3"/>
              <p:cNvSpPr/>
              <p:nvPr/>
            </p:nvSpPr>
            <p:spPr>
              <a:xfrm>
                <a:off x="7959600" y="3354120"/>
                <a:ext cx="409320" cy="178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Google Shape;74;p3"/>
              <p:cNvSpPr/>
              <p:nvPr/>
            </p:nvSpPr>
            <p:spPr>
              <a:xfrm>
                <a:off x="7959600" y="3804120"/>
                <a:ext cx="409320" cy="13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Google Shape;75;p3"/>
              <p:cNvSpPr/>
              <p:nvPr/>
            </p:nvSpPr>
            <p:spPr>
              <a:xfrm>
                <a:off x="79596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9" name="Google Shape;76;p3"/>
            <p:cNvGrpSpPr/>
            <p:nvPr/>
          </p:nvGrpSpPr>
          <p:grpSpPr>
            <a:xfrm>
              <a:off x="8551800" y="2904120"/>
              <a:ext cx="409320" cy="2239200"/>
              <a:chOff x="8551800" y="2904120"/>
              <a:chExt cx="409320" cy="2239200"/>
            </a:xfrm>
          </p:grpSpPr>
          <p:sp>
            <p:nvSpPr>
              <p:cNvPr id="200" name="Google Shape;77;p3"/>
              <p:cNvSpPr/>
              <p:nvPr/>
            </p:nvSpPr>
            <p:spPr>
              <a:xfrm>
                <a:off x="85518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Google Shape;78;p3"/>
              <p:cNvSpPr/>
              <p:nvPr/>
            </p:nvSpPr>
            <p:spPr>
              <a:xfrm>
                <a:off x="8551800" y="3354120"/>
                <a:ext cx="409320" cy="178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Google Shape;79;p3"/>
              <p:cNvSpPr/>
              <p:nvPr/>
            </p:nvSpPr>
            <p:spPr>
              <a:xfrm>
                <a:off x="8551800" y="3804120"/>
                <a:ext cx="409320" cy="13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Google Shape;80;p3"/>
              <p:cNvSpPr/>
              <p:nvPr/>
            </p:nvSpPr>
            <p:spPr>
              <a:xfrm>
                <a:off x="8551800" y="2904120"/>
                <a:ext cx="409320" cy="22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Google Shape;81;p3"/>
              <p:cNvSpPr/>
              <p:nvPr/>
            </p:nvSpPr>
            <p:spPr>
              <a:xfrm>
                <a:off x="85518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585756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lang="nl-NL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4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D289B4-7833-4A4D-A080-7D377840DF7B}" type="slidenum">
              <a: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85;p4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09" name="Google Shape;86;p4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87;p4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lang="nl-N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1303920" y="1990080"/>
            <a:ext cx="70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1236B8-2399-4EE4-BFB5-41CF59266CDF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92;p5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15" name="Google Shape;93;p5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94;p5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lang="nl-N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130392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490356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sldNum" idx="8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6820E9-993D-4B06-9A85-5558A3C429A6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92;p5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15" name="Google Shape;93;p5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94;p5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lang="nl-N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130392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490356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sldNum" idx="6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E0BCD3-3846-4CBE-A32B-71CE8B3A167F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92;p5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15" name="Google Shape;93;p5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94;p5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lang="nl-N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130392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490356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sldNum" idx="7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92259E-36F2-411E-A6B3-3DA1AFF1A49F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100;p6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32" name="Google Shape;101;p6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102;p6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lang="nl-N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9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654066-675F-4F72-8DF9-A78F5056D263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106;p7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37" name="Google Shape;107;p7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108;p7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3311640" cy="15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lang="nl-N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1303920" y="2309760"/>
            <a:ext cx="3311640" cy="222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0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1D8C2C-E610-48B3-8BE3-A14D6A51C4C4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113;p8"/>
          <p:cNvGrpSpPr/>
          <p:nvPr/>
        </p:nvGrpSpPr>
        <p:grpSpPr>
          <a:xfrm>
            <a:off x="6866640" y="1800"/>
            <a:ext cx="2267280" cy="2601000"/>
            <a:chOff x="6866640" y="1800"/>
            <a:chExt cx="2267280" cy="2601000"/>
          </a:xfrm>
        </p:grpSpPr>
        <p:grpSp>
          <p:nvGrpSpPr>
            <p:cNvPr id="243" name="Google Shape;114;p8"/>
            <p:cNvGrpSpPr/>
            <p:nvPr/>
          </p:nvGrpSpPr>
          <p:grpSpPr>
            <a:xfrm>
              <a:off x="7144200" y="1800"/>
              <a:ext cx="1989720" cy="1989720"/>
              <a:chOff x="7144200" y="1800"/>
              <a:chExt cx="1989720" cy="1989720"/>
            </a:xfrm>
          </p:grpSpPr>
          <p:sp>
            <p:nvSpPr>
              <p:cNvPr id="244" name="Google Shape;115;p8"/>
              <p:cNvSpPr/>
              <p:nvPr/>
            </p:nvSpPr>
            <p:spPr>
              <a:xfrm rot="12952200">
                <a:off x="7670520" y="528120"/>
                <a:ext cx="936720" cy="93672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Google Shape;116;p8"/>
              <p:cNvSpPr/>
              <p:nvPr/>
            </p:nvSpPr>
            <p:spPr>
              <a:xfrm rot="12952200">
                <a:off x="7670520" y="528120"/>
                <a:ext cx="936720" cy="936720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Google Shape;117;p8"/>
              <p:cNvSpPr/>
              <p:nvPr/>
            </p:nvSpPr>
            <p:spPr>
              <a:xfrm rot="12951000">
                <a:off x="7426440" y="284040"/>
                <a:ext cx="1425240" cy="142488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7" name="Google Shape;118;p8"/>
            <p:cNvGrpSpPr/>
            <p:nvPr/>
          </p:nvGrpSpPr>
          <p:grpSpPr>
            <a:xfrm>
              <a:off x="8283600" y="1807920"/>
              <a:ext cx="794520" cy="794880"/>
              <a:chOff x="8283600" y="1807920"/>
              <a:chExt cx="794520" cy="794880"/>
            </a:xfrm>
          </p:grpSpPr>
          <p:sp>
            <p:nvSpPr>
              <p:cNvPr id="248" name="Google Shape;119;p8"/>
              <p:cNvSpPr/>
              <p:nvPr/>
            </p:nvSpPr>
            <p:spPr>
              <a:xfrm rot="2152200">
                <a:off x="8395920" y="1920600"/>
                <a:ext cx="569160" cy="5691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Google Shape;120;p8"/>
              <p:cNvSpPr/>
              <p:nvPr/>
            </p:nvSpPr>
            <p:spPr>
              <a:xfrm rot="2150400">
                <a:off x="8484480" y="2008440"/>
                <a:ext cx="392760" cy="3927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Google Shape;121;p8"/>
              <p:cNvSpPr/>
              <p:nvPr/>
            </p:nvSpPr>
            <p:spPr>
              <a:xfrm rot="2150400">
                <a:off x="8484480" y="2008440"/>
                <a:ext cx="392760" cy="392760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1" name="Google Shape;122;p8"/>
            <p:cNvGrpSpPr/>
            <p:nvPr/>
          </p:nvGrpSpPr>
          <p:grpSpPr>
            <a:xfrm>
              <a:off x="6866640" y="118800"/>
              <a:ext cx="548280" cy="548280"/>
              <a:chOff x="6866640" y="118800"/>
              <a:chExt cx="548280" cy="548280"/>
            </a:xfrm>
          </p:grpSpPr>
          <p:sp>
            <p:nvSpPr>
              <p:cNvPr id="252" name="Google Shape;123;p8"/>
              <p:cNvSpPr/>
              <p:nvPr/>
            </p:nvSpPr>
            <p:spPr>
              <a:xfrm rot="2150400">
                <a:off x="6944400" y="196560"/>
                <a:ext cx="392760" cy="3927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Google Shape;124;p8"/>
              <p:cNvSpPr/>
              <p:nvPr/>
            </p:nvSpPr>
            <p:spPr>
              <a:xfrm rot="2150400">
                <a:off x="6944400" y="196560"/>
                <a:ext cx="392760" cy="392760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824040" y="763560"/>
            <a:ext cx="5857560" cy="357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lang="nl-NL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ldNum" idx="11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5F2E75-0199-46C2-B24A-D21273F58FB6}" type="slidenum">
              <a: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128;p9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58" name="Google Shape;129;p9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Google Shape;130;p9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3430080" cy="1989720"/>
          </a:xfrm>
          <a:prstGeom prst="rect">
            <a:avLst/>
          </a:prstGeom>
          <a:noFill/>
          <a:ln w="9360">
            <a:solidFill>
              <a:schemeClr val="lt1"/>
            </a:solidFill>
            <a:round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lang="nl-N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4903560" y="660960"/>
            <a:ext cx="3430080" cy="3870360"/>
          </a:xfrm>
          <a:prstGeom prst="rect">
            <a:avLst/>
          </a:prstGeom>
          <a:noFill/>
          <a:ln w="9360">
            <a:solidFill>
              <a:schemeClr val="lt1"/>
            </a:solidFill>
            <a:round/>
          </a:ln>
        </p:spPr>
        <p:txBody>
          <a:bodyPr lIns="91440" rIns="91440" tIns="91440" bIns="9144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2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19FA2D-F525-48C7-9F20-3F48C11602CD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136;p10"/>
          <p:cNvGrpSpPr/>
          <p:nvPr/>
        </p:nvGrpSpPr>
        <p:grpSpPr>
          <a:xfrm>
            <a:off x="713520" y="3847320"/>
            <a:ext cx="825120" cy="825120"/>
            <a:chOff x="713520" y="3847320"/>
            <a:chExt cx="825120" cy="825120"/>
          </a:xfrm>
        </p:grpSpPr>
        <p:sp>
          <p:nvSpPr>
            <p:cNvPr id="264" name="Google Shape;137;p10"/>
            <p:cNvSpPr/>
            <p:nvPr/>
          </p:nvSpPr>
          <p:spPr>
            <a:xfrm rot="16200000">
              <a:off x="880920" y="4014720"/>
              <a:ext cx="490320" cy="49032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Google Shape;138;p10"/>
            <p:cNvSpPr/>
            <p:nvPr/>
          </p:nvSpPr>
          <p:spPr>
            <a:xfrm rot="16200000">
              <a:off x="713520" y="3847320"/>
              <a:ext cx="825120" cy="82512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body"/>
          </p:nvPr>
        </p:nvSpPr>
        <p:spPr>
          <a:xfrm>
            <a:off x="1303920" y="4138920"/>
            <a:ext cx="58428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sldNum" idx="13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6DFC67-952D-4379-8ACF-D96B135941D9}" type="slidenum">
              <a:rPr lang="en-GB" sz="9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;p2"/>
          <p:cNvGrpSpPr/>
          <p:nvPr/>
        </p:nvGrpSpPr>
        <p:grpSpPr>
          <a:xfrm>
            <a:off x="7342920" y="3409560"/>
            <a:ext cx="1691280" cy="1732320"/>
            <a:chOff x="7342920" y="3409560"/>
            <a:chExt cx="1691280" cy="1732320"/>
          </a:xfrm>
        </p:grpSpPr>
        <p:grpSp>
          <p:nvGrpSpPr>
            <p:cNvPr id="3" name="Google Shape;11;p2"/>
            <p:cNvGrpSpPr/>
            <p:nvPr/>
          </p:nvGrpSpPr>
          <p:grpSpPr>
            <a:xfrm>
              <a:off x="7342920" y="4453560"/>
              <a:ext cx="316440" cy="688320"/>
              <a:chOff x="7342920" y="4453560"/>
              <a:chExt cx="316440" cy="688320"/>
            </a:xfrm>
          </p:grpSpPr>
          <p:sp>
            <p:nvSpPr>
              <p:cNvPr id="4" name="Google Shape;12;p2"/>
              <p:cNvSpPr/>
              <p:nvPr/>
            </p:nvSpPr>
            <p:spPr>
              <a:xfrm>
                <a:off x="734292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Google Shape;13;p2"/>
              <p:cNvSpPr/>
              <p:nvPr/>
            </p:nvSpPr>
            <p:spPr>
              <a:xfrm>
                <a:off x="734292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" name="Google Shape;14;p2"/>
            <p:cNvGrpSpPr/>
            <p:nvPr/>
          </p:nvGrpSpPr>
          <p:grpSpPr>
            <a:xfrm>
              <a:off x="7801200" y="4105800"/>
              <a:ext cx="316440" cy="1036080"/>
              <a:chOff x="7801200" y="4105800"/>
              <a:chExt cx="316440" cy="1036080"/>
            </a:xfrm>
          </p:grpSpPr>
          <p:sp>
            <p:nvSpPr>
              <p:cNvPr id="7" name="Google Shape;15;p2"/>
              <p:cNvSpPr/>
              <p:nvPr/>
            </p:nvSpPr>
            <p:spPr>
              <a:xfrm>
                <a:off x="780120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16;p2"/>
              <p:cNvSpPr/>
              <p:nvPr/>
            </p:nvSpPr>
            <p:spPr>
              <a:xfrm>
                <a:off x="7801200" y="410580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17;p2"/>
              <p:cNvSpPr/>
              <p:nvPr/>
            </p:nvSpPr>
            <p:spPr>
              <a:xfrm>
                <a:off x="780120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" name="Google Shape;18;p2"/>
            <p:cNvGrpSpPr/>
            <p:nvPr/>
          </p:nvGrpSpPr>
          <p:grpSpPr>
            <a:xfrm>
              <a:off x="8259480" y="3757680"/>
              <a:ext cx="316440" cy="1384200"/>
              <a:chOff x="8259480" y="3757680"/>
              <a:chExt cx="316440" cy="1384200"/>
            </a:xfrm>
          </p:grpSpPr>
          <p:sp>
            <p:nvSpPr>
              <p:cNvPr id="11" name="Google Shape;19;p2"/>
              <p:cNvSpPr/>
              <p:nvPr/>
            </p:nvSpPr>
            <p:spPr>
              <a:xfrm>
                <a:off x="825948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20;p2"/>
              <p:cNvSpPr/>
              <p:nvPr/>
            </p:nvSpPr>
            <p:spPr>
              <a:xfrm>
                <a:off x="8259480" y="3757680"/>
                <a:ext cx="316440" cy="1384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21;p2"/>
              <p:cNvSpPr/>
              <p:nvPr/>
            </p:nvSpPr>
            <p:spPr>
              <a:xfrm>
                <a:off x="8259480" y="410580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22;p2"/>
              <p:cNvSpPr/>
              <p:nvPr/>
            </p:nvSpPr>
            <p:spPr>
              <a:xfrm>
                <a:off x="825948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Google Shape;23;p2"/>
            <p:cNvGrpSpPr/>
            <p:nvPr/>
          </p:nvGrpSpPr>
          <p:grpSpPr>
            <a:xfrm>
              <a:off x="8717760" y="3409560"/>
              <a:ext cx="316440" cy="1732320"/>
              <a:chOff x="8717760" y="3409560"/>
              <a:chExt cx="316440" cy="1732320"/>
            </a:xfrm>
          </p:grpSpPr>
          <p:sp>
            <p:nvSpPr>
              <p:cNvPr id="16" name="Google Shape;24;p2"/>
              <p:cNvSpPr/>
              <p:nvPr/>
            </p:nvSpPr>
            <p:spPr>
              <a:xfrm>
                <a:off x="871776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Google Shape;25;p2"/>
              <p:cNvSpPr/>
              <p:nvPr/>
            </p:nvSpPr>
            <p:spPr>
              <a:xfrm>
                <a:off x="8717760" y="3757680"/>
                <a:ext cx="316440" cy="1384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Google Shape;26;p2"/>
              <p:cNvSpPr/>
              <p:nvPr/>
            </p:nvSpPr>
            <p:spPr>
              <a:xfrm>
                <a:off x="8717760" y="410580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Google Shape;27;p2"/>
              <p:cNvSpPr/>
              <p:nvPr/>
            </p:nvSpPr>
            <p:spPr>
              <a:xfrm>
                <a:off x="8717760" y="3409560"/>
                <a:ext cx="316440" cy="1732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Google Shape;28;p2"/>
              <p:cNvSpPr/>
              <p:nvPr/>
            </p:nvSpPr>
            <p:spPr>
              <a:xfrm>
                <a:off x="871776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" name="Google Shape;29;p2"/>
          <p:cNvGrpSpPr/>
          <p:nvPr/>
        </p:nvGrpSpPr>
        <p:grpSpPr>
          <a:xfrm>
            <a:off x="5043600" y="0"/>
            <a:ext cx="3813840" cy="3839040"/>
            <a:chOff x="5043600" y="0"/>
            <a:chExt cx="3813840" cy="3839040"/>
          </a:xfrm>
        </p:grpSpPr>
        <p:sp>
          <p:nvSpPr>
            <p:cNvPr id="22" name="Google Shape;30;p2"/>
            <p:cNvSpPr/>
            <p:nvPr/>
          </p:nvSpPr>
          <p:spPr>
            <a:xfrm>
              <a:off x="8461080" y="1817640"/>
              <a:ext cx="396360" cy="39636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Google Shape;31;p2"/>
            <p:cNvSpPr/>
            <p:nvPr/>
          </p:nvSpPr>
          <p:spPr>
            <a:xfrm rot="11769600">
              <a:off x="6470280" y="3480840"/>
              <a:ext cx="319680" cy="31968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" name="Google Shape;32;p2"/>
            <p:cNvGrpSpPr/>
            <p:nvPr/>
          </p:nvGrpSpPr>
          <p:grpSpPr>
            <a:xfrm>
              <a:off x="7648200" y="2704320"/>
              <a:ext cx="634680" cy="634680"/>
              <a:chOff x="7648200" y="2704320"/>
              <a:chExt cx="634680" cy="634680"/>
            </a:xfrm>
          </p:grpSpPr>
          <p:sp>
            <p:nvSpPr>
              <p:cNvPr id="25" name="Google Shape;33;p2"/>
              <p:cNvSpPr/>
              <p:nvPr/>
            </p:nvSpPr>
            <p:spPr>
              <a:xfrm rot="5400000">
                <a:off x="7648200" y="2704320"/>
                <a:ext cx="634680" cy="63468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Google Shape;34;p2"/>
              <p:cNvSpPr/>
              <p:nvPr/>
            </p:nvSpPr>
            <p:spPr>
              <a:xfrm rot="5400000">
                <a:off x="7648200" y="2704320"/>
                <a:ext cx="634680" cy="63468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Google Shape;35;p2"/>
              <p:cNvSpPr/>
              <p:nvPr/>
            </p:nvSpPr>
            <p:spPr>
              <a:xfrm rot="5400000">
                <a:off x="7768800" y="2824920"/>
                <a:ext cx="393840" cy="39384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" name="Google Shape;36;p2"/>
            <p:cNvSpPr/>
            <p:nvPr/>
          </p:nvSpPr>
          <p:spPr>
            <a:xfrm>
              <a:off x="8461080" y="1817640"/>
              <a:ext cx="396360" cy="39636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Google Shape;37;p2"/>
            <p:cNvGrpSpPr/>
            <p:nvPr/>
          </p:nvGrpSpPr>
          <p:grpSpPr>
            <a:xfrm>
              <a:off x="7952760" y="179640"/>
              <a:ext cx="872640" cy="872640"/>
              <a:chOff x="7952760" y="179640"/>
              <a:chExt cx="872640" cy="872640"/>
            </a:xfrm>
          </p:grpSpPr>
          <p:sp>
            <p:nvSpPr>
              <p:cNvPr id="30" name="Google Shape;38;p2"/>
              <p:cNvSpPr/>
              <p:nvPr/>
            </p:nvSpPr>
            <p:spPr>
              <a:xfrm rot="12952800">
                <a:off x="8076600" y="303120"/>
                <a:ext cx="624960" cy="6249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Google Shape;39;p2"/>
              <p:cNvSpPr/>
              <p:nvPr/>
            </p:nvSpPr>
            <p:spPr>
              <a:xfrm rot="12952800">
                <a:off x="8076600" y="303120"/>
                <a:ext cx="624960" cy="624960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" name="Google Shape;40;p2"/>
            <p:cNvSpPr/>
            <p:nvPr/>
          </p:nvSpPr>
          <p:spPr>
            <a:xfrm>
              <a:off x="5400000" y="356400"/>
              <a:ext cx="2576520" cy="257652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Google Shape;41;p2"/>
            <p:cNvSpPr/>
            <p:nvPr/>
          </p:nvSpPr>
          <p:spPr>
            <a:xfrm rot="2043600">
              <a:off x="5503680" y="460080"/>
              <a:ext cx="2369160" cy="236916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Google Shape;42;p2"/>
            <p:cNvSpPr/>
            <p:nvPr/>
          </p:nvSpPr>
          <p:spPr>
            <a:xfrm>
              <a:off x="5399640" y="360360"/>
              <a:ext cx="2576520" cy="257652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Google Shape;43;p2"/>
            <p:cNvSpPr/>
            <p:nvPr/>
          </p:nvSpPr>
          <p:spPr>
            <a:xfrm rot="2044800">
              <a:off x="5911560" y="867600"/>
              <a:ext cx="1553760" cy="1553760"/>
            </a:xfrm>
            <a:prstGeom prst="ellips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Google Shape;44;p2"/>
            <p:cNvSpPr/>
            <p:nvPr/>
          </p:nvSpPr>
          <p:spPr>
            <a:xfrm>
              <a:off x="5399640" y="356400"/>
              <a:ext cx="2576520" cy="257652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Google Shape;45;p2"/>
            <p:cNvSpPr/>
            <p:nvPr/>
          </p:nvSpPr>
          <p:spPr>
            <a:xfrm rot="11769600">
              <a:off x="6470280" y="3480840"/>
              <a:ext cx="319680" cy="31968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425520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lang="nl-NL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E5265E-2105-43D9-88AB-B968D0ABCF69}" type="slidenum">
              <a: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142;p11"/>
          <p:cNvGrpSpPr/>
          <p:nvPr/>
        </p:nvGrpSpPr>
        <p:grpSpPr>
          <a:xfrm>
            <a:off x="0" y="4099320"/>
            <a:ext cx="9143640" cy="1044000"/>
            <a:chOff x="0" y="4099320"/>
            <a:chExt cx="9143640" cy="1044000"/>
          </a:xfrm>
        </p:grpSpPr>
        <p:grpSp>
          <p:nvGrpSpPr>
            <p:cNvPr id="44" name="Google Shape;143;p11"/>
            <p:cNvGrpSpPr/>
            <p:nvPr/>
          </p:nvGrpSpPr>
          <p:grpSpPr>
            <a:xfrm>
              <a:off x="0" y="4309200"/>
              <a:ext cx="231120" cy="834120"/>
              <a:chOff x="0" y="4309200"/>
              <a:chExt cx="231120" cy="834120"/>
            </a:xfrm>
          </p:grpSpPr>
          <p:sp>
            <p:nvSpPr>
              <p:cNvPr id="45" name="Google Shape;144;p11"/>
              <p:cNvSpPr/>
              <p:nvPr/>
            </p:nvSpPr>
            <p:spPr>
              <a:xfrm flipH="1">
                <a:off x="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Google Shape;145;p11"/>
              <p:cNvSpPr/>
              <p:nvPr/>
            </p:nvSpPr>
            <p:spPr>
              <a:xfrm flipH="1">
                <a:off x="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Google Shape;146;p11"/>
              <p:cNvSpPr/>
              <p:nvPr/>
            </p:nvSpPr>
            <p:spPr>
              <a:xfrm flipH="1">
                <a:off x="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Google Shape;147;p11"/>
              <p:cNvSpPr/>
              <p:nvPr/>
            </p:nvSpPr>
            <p:spPr>
              <a:xfrm flipH="1">
                <a:off x="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9" name="Google Shape;148;p11"/>
            <p:cNvGrpSpPr/>
            <p:nvPr/>
          </p:nvGrpSpPr>
          <p:grpSpPr>
            <a:xfrm>
              <a:off x="371520" y="4099320"/>
              <a:ext cx="231120" cy="1044000"/>
              <a:chOff x="371520" y="4099320"/>
              <a:chExt cx="231120" cy="1044000"/>
            </a:xfrm>
          </p:grpSpPr>
          <p:sp>
            <p:nvSpPr>
              <p:cNvPr id="50" name="Google Shape;149;p11"/>
              <p:cNvSpPr/>
              <p:nvPr/>
            </p:nvSpPr>
            <p:spPr>
              <a:xfrm flipH="1">
                <a:off x="3715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Google Shape;150;p11"/>
              <p:cNvSpPr/>
              <p:nvPr/>
            </p:nvSpPr>
            <p:spPr>
              <a:xfrm flipH="1">
                <a:off x="3715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Google Shape;151;p11"/>
              <p:cNvSpPr/>
              <p:nvPr/>
            </p:nvSpPr>
            <p:spPr>
              <a:xfrm flipH="1">
                <a:off x="3715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Google Shape;152;p11"/>
              <p:cNvSpPr/>
              <p:nvPr/>
            </p:nvSpPr>
            <p:spPr>
              <a:xfrm flipH="1">
                <a:off x="37152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Google Shape;153;p11"/>
              <p:cNvSpPr/>
              <p:nvPr/>
            </p:nvSpPr>
            <p:spPr>
              <a:xfrm flipH="1">
                <a:off x="3715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5" name="Google Shape;154;p11"/>
            <p:cNvGrpSpPr/>
            <p:nvPr/>
          </p:nvGrpSpPr>
          <p:grpSpPr>
            <a:xfrm>
              <a:off x="742680" y="4309200"/>
              <a:ext cx="231120" cy="834120"/>
              <a:chOff x="742680" y="4309200"/>
              <a:chExt cx="231120" cy="834120"/>
            </a:xfrm>
          </p:grpSpPr>
          <p:sp>
            <p:nvSpPr>
              <p:cNvPr id="56" name="Google Shape;155;p11"/>
              <p:cNvSpPr/>
              <p:nvPr/>
            </p:nvSpPr>
            <p:spPr>
              <a:xfrm flipH="1">
                <a:off x="7426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Google Shape;156;p11"/>
              <p:cNvSpPr/>
              <p:nvPr/>
            </p:nvSpPr>
            <p:spPr>
              <a:xfrm flipH="1">
                <a:off x="7426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Google Shape;157;p11"/>
              <p:cNvSpPr/>
              <p:nvPr/>
            </p:nvSpPr>
            <p:spPr>
              <a:xfrm flipH="1">
                <a:off x="7426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Google Shape;158;p11"/>
              <p:cNvSpPr/>
              <p:nvPr/>
            </p:nvSpPr>
            <p:spPr>
              <a:xfrm flipH="1">
                <a:off x="7426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0" name="Google Shape;159;p11"/>
            <p:cNvGrpSpPr/>
            <p:nvPr/>
          </p:nvGrpSpPr>
          <p:grpSpPr>
            <a:xfrm>
              <a:off x="1114200" y="4519080"/>
              <a:ext cx="231120" cy="624240"/>
              <a:chOff x="1114200" y="4519080"/>
              <a:chExt cx="231120" cy="624240"/>
            </a:xfrm>
          </p:grpSpPr>
          <p:sp>
            <p:nvSpPr>
              <p:cNvPr id="61" name="Google Shape;160;p11"/>
              <p:cNvSpPr/>
              <p:nvPr/>
            </p:nvSpPr>
            <p:spPr>
              <a:xfrm flipH="1">
                <a:off x="11142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Google Shape;161;p11"/>
              <p:cNvSpPr/>
              <p:nvPr/>
            </p:nvSpPr>
            <p:spPr>
              <a:xfrm flipH="1">
                <a:off x="11142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Google Shape;162;p11"/>
              <p:cNvSpPr/>
              <p:nvPr/>
            </p:nvSpPr>
            <p:spPr>
              <a:xfrm flipH="1">
                <a:off x="11142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4" name="Google Shape;163;p11"/>
            <p:cNvGrpSpPr/>
            <p:nvPr/>
          </p:nvGrpSpPr>
          <p:grpSpPr>
            <a:xfrm>
              <a:off x="1856880" y="4099320"/>
              <a:ext cx="231120" cy="1044000"/>
              <a:chOff x="1856880" y="4099320"/>
              <a:chExt cx="231120" cy="1044000"/>
            </a:xfrm>
          </p:grpSpPr>
          <p:sp>
            <p:nvSpPr>
              <p:cNvPr id="65" name="Google Shape;164;p11"/>
              <p:cNvSpPr/>
              <p:nvPr/>
            </p:nvSpPr>
            <p:spPr>
              <a:xfrm flipH="1">
                <a:off x="18568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Google Shape;165;p11"/>
              <p:cNvSpPr/>
              <p:nvPr/>
            </p:nvSpPr>
            <p:spPr>
              <a:xfrm flipH="1">
                <a:off x="18568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Google Shape;166;p11"/>
              <p:cNvSpPr/>
              <p:nvPr/>
            </p:nvSpPr>
            <p:spPr>
              <a:xfrm flipH="1">
                <a:off x="18568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67;p11"/>
              <p:cNvSpPr/>
              <p:nvPr/>
            </p:nvSpPr>
            <p:spPr>
              <a:xfrm flipH="1">
                <a:off x="185688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68;p11"/>
              <p:cNvSpPr/>
              <p:nvPr/>
            </p:nvSpPr>
            <p:spPr>
              <a:xfrm flipH="1">
                <a:off x="18568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0" name="Google Shape;169;p11"/>
            <p:cNvGrpSpPr/>
            <p:nvPr/>
          </p:nvGrpSpPr>
          <p:grpSpPr>
            <a:xfrm>
              <a:off x="2228040" y="4309200"/>
              <a:ext cx="231120" cy="834120"/>
              <a:chOff x="2228040" y="4309200"/>
              <a:chExt cx="231120" cy="834120"/>
            </a:xfrm>
          </p:grpSpPr>
          <p:sp>
            <p:nvSpPr>
              <p:cNvPr id="71" name="Google Shape;170;p11"/>
              <p:cNvSpPr/>
              <p:nvPr/>
            </p:nvSpPr>
            <p:spPr>
              <a:xfrm flipH="1">
                <a:off x="22280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71;p11"/>
              <p:cNvSpPr/>
              <p:nvPr/>
            </p:nvSpPr>
            <p:spPr>
              <a:xfrm flipH="1">
                <a:off x="222804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72;p11"/>
              <p:cNvSpPr/>
              <p:nvPr/>
            </p:nvSpPr>
            <p:spPr>
              <a:xfrm flipH="1">
                <a:off x="22280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73;p11"/>
              <p:cNvSpPr/>
              <p:nvPr/>
            </p:nvSpPr>
            <p:spPr>
              <a:xfrm flipH="1">
                <a:off x="22280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5" name="Google Shape;174;p11"/>
            <p:cNvGrpSpPr/>
            <p:nvPr/>
          </p:nvGrpSpPr>
          <p:grpSpPr>
            <a:xfrm>
              <a:off x="2599560" y="4519080"/>
              <a:ext cx="231120" cy="624240"/>
              <a:chOff x="2599560" y="4519080"/>
              <a:chExt cx="231120" cy="624240"/>
            </a:xfrm>
          </p:grpSpPr>
          <p:sp>
            <p:nvSpPr>
              <p:cNvPr id="76" name="Google Shape;175;p11"/>
              <p:cNvSpPr/>
              <p:nvPr/>
            </p:nvSpPr>
            <p:spPr>
              <a:xfrm flipH="1">
                <a:off x="25995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Google Shape;176;p11"/>
              <p:cNvSpPr/>
              <p:nvPr/>
            </p:nvSpPr>
            <p:spPr>
              <a:xfrm flipH="1">
                <a:off x="25995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Google Shape;177;p11"/>
              <p:cNvSpPr/>
              <p:nvPr/>
            </p:nvSpPr>
            <p:spPr>
              <a:xfrm flipH="1">
                <a:off x="25995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9" name="Google Shape;178;p11"/>
            <p:cNvGrpSpPr/>
            <p:nvPr/>
          </p:nvGrpSpPr>
          <p:grpSpPr>
            <a:xfrm>
              <a:off x="3342240" y="4099320"/>
              <a:ext cx="231120" cy="1044000"/>
              <a:chOff x="3342240" y="4099320"/>
              <a:chExt cx="231120" cy="1044000"/>
            </a:xfrm>
          </p:grpSpPr>
          <p:sp>
            <p:nvSpPr>
              <p:cNvPr id="80" name="Google Shape;179;p11"/>
              <p:cNvSpPr/>
              <p:nvPr/>
            </p:nvSpPr>
            <p:spPr>
              <a:xfrm flipH="1">
                <a:off x="33422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Google Shape;180;p11"/>
              <p:cNvSpPr/>
              <p:nvPr/>
            </p:nvSpPr>
            <p:spPr>
              <a:xfrm flipH="1">
                <a:off x="334224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Google Shape;181;p11"/>
              <p:cNvSpPr/>
              <p:nvPr/>
            </p:nvSpPr>
            <p:spPr>
              <a:xfrm flipH="1">
                <a:off x="33422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Google Shape;182;p11"/>
              <p:cNvSpPr/>
              <p:nvPr/>
            </p:nvSpPr>
            <p:spPr>
              <a:xfrm flipH="1">
                <a:off x="334224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Google Shape;183;p11"/>
              <p:cNvSpPr/>
              <p:nvPr/>
            </p:nvSpPr>
            <p:spPr>
              <a:xfrm flipH="1">
                <a:off x="33422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5" name="Google Shape;184;p11"/>
            <p:cNvGrpSpPr/>
            <p:nvPr/>
          </p:nvGrpSpPr>
          <p:grpSpPr>
            <a:xfrm>
              <a:off x="3713400" y="4309200"/>
              <a:ext cx="231120" cy="834120"/>
              <a:chOff x="3713400" y="4309200"/>
              <a:chExt cx="231120" cy="834120"/>
            </a:xfrm>
          </p:grpSpPr>
          <p:sp>
            <p:nvSpPr>
              <p:cNvPr id="86" name="Google Shape;185;p11"/>
              <p:cNvSpPr/>
              <p:nvPr/>
            </p:nvSpPr>
            <p:spPr>
              <a:xfrm flipH="1">
                <a:off x="37134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Google Shape;186;p11"/>
              <p:cNvSpPr/>
              <p:nvPr/>
            </p:nvSpPr>
            <p:spPr>
              <a:xfrm flipH="1">
                <a:off x="371340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Google Shape;187;p11"/>
              <p:cNvSpPr/>
              <p:nvPr/>
            </p:nvSpPr>
            <p:spPr>
              <a:xfrm flipH="1">
                <a:off x="37134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Google Shape;188;p11"/>
              <p:cNvSpPr/>
              <p:nvPr/>
            </p:nvSpPr>
            <p:spPr>
              <a:xfrm flipH="1">
                <a:off x="37134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0" name="Google Shape;189;p11"/>
            <p:cNvGrpSpPr/>
            <p:nvPr/>
          </p:nvGrpSpPr>
          <p:grpSpPr>
            <a:xfrm>
              <a:off x="1485360" y="4309200"/>
              <a:ext cx="231120" cy="834120"/>
              <a:chOff x="1485360" y="4309200"/>
              <a:chExt cx="231120" cy="834120"/>
            </a:xfrm>
          </p:grpSpPr>
          <p:sp>
            <p:nvSpPr>
              <p:cNvPr id="91" name="Google Shape;190;p11"/>
              <p:cNvSpPr/>
              <p:nvPr/>
            </p:nvSpPr>
            <p:spPr>
              <a:xfrm flipH="1">
                <a:off x="14853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Google Shape;191;p11"/>
              <p:cNvSpPr/>
              <p:nvPr/>
            </p:nvSpPr>
            <p:spPr>
              <a:xfrm flipH="1">
                <a:off x="148536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Google Shape;192;p11"/>
              <p:cNvSpPr/>
              <p:nvPr/>
            </p:nvSpPr>
            <p:spPr>
              <a:xfrm flipH="1">
                <a:off x="14853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Google Shape;193;p11"/>
              <p:cNvSpPr/>
              <p:nvPr/>
            </p:nvSpPr>
            <p:spPr>
              <a:xfrm flipH="1">
                <a:off x="14853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" name="Google Shape;194;p11"/>
            <p:cNvGrpSpPr/>
            <p:nvPr/>
          </p:nvGrpSpPr>
          <p:grpSpPr>
            <a:xfrm>
              <a:off x="4084920" y="4519080"/>
              <a:ext cx="231120" cy="624240"/>
              <a:chOff x="4084920" y="4519080"/>
              <a:chExt cx="231120" cy="624240"/>
            </a:xfrm>
          </p:grpSpPr>
          <p:sp>
            <p:nvSpPr>
              <p:cNvPr id="96" name="Google Shape;195;p11"/>
              <p:cNvSpPr/>
              <p:nvPr/>
            </p:nvSpPr>
            <p:spPr>
              <a:xfrm flipH="1">
                <a:off x="40849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Google Shape;196;p11"/>
              <p:cNvSpPr/>
              <p:nvPr/>
            </p:nvSpPr>
            <p:spPr>
              <a:xfrm flipH="1">
                <a:off x="40849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Google Shape;197;p11"/>
              <p:cNvSpPr/>
              <p:nvPr/>
            </p:nvSpPr>
            <p:spPr>
              <a:xfrm flipH="1">
                <a:off x="40849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9" name="Google Shape;198;p11"/>
            <p:cNvGrpSpPr/>
            <p:nvPr/>
          </p:nvGrpSpPr>
          <p:grpSpPr>
            <a:xfrm>
              <a:off x="2970720" y="4309200"/>
              <a:ext cx="231120" cy="834120"/>
              <a:chOff x="2970720" y="4309200"/>
              <a:chExt cx="231120" cy="834120"/>
            </a:xfrm>
          </p:grpSpPr>
          <p:sp>
            <p:nvSpPr>
              <p:cNvPr id="100" name="Google Shape;199;p11"/>
              <p:cNvSpPr/>
              <p:nvPr/>
            </p:nvSpPr>
            <p:spPr>
              <a:xfrm flipH="1">
                <a:off x="29707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Google Shape;200;p11"/>
              <p:cNvSpPr/>
              <p:nvPr/>
            </p:nvSpPr>
            <p:spPr>
              <a:xfrm flipH="1">
                <a:off x="29707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Google Shape;201;p11"/>
              <p:cNvSpPr/>
              <p:nvPr/>
            </p:nvSpPr>
            <p:spPr>
              <a:xfrm flipH="1">
                <a:off x="29707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Google Shape;202;p11"/>
              <p:cNvSpPr/>
              <p:nvPr/>
            </p:nvSpPr>
            <p:spPr>
              <a:xfrm flipH="1">
                <a:off x="29707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4" name="Google Shape;203;p11"/>
            <p:cNvGrpSpPr/>
            <p:nvPr/>
          </p:nvGrpSpPr>
          <p:grpSpPr>
            <a:xfrm>
              <a:off x="4456080" y="4309200"/>
              <a:ext cx="231120" cy="834120"/>
              <a:chOff x="4456080" y="4309200"/>
              <a:chExt cx="231120" cy="834120"/>
            </a:xfrm>
          </p:grpSpPr>
          <p:sp>
            <p:nvSpPr>
              <p:cNvPr id="105" name="Google Shape;204;p11"/>
              <p:cNvSpPr/>
              <p:nvPr/>
            </p:nvSpPr>
            <p:spPr>
              <a:xfrm flipH="1">
                <a:off x="44560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Google Shape;205;p11"/>
              <p:cNvSpPr/>
              <p:nvPr/>
            </p:nvSpPr>
            <p:spPr>
              <a:xfrm flipH="1">
                <a:off x="44560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Google Shape;206;p11"/>
              <p:cNvSpPr/>
              <p:nvPr/>
            </p:nvSpPr>
            <p:spPr>
              <a:xfrm flipH="1">
                <a:off x="44560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Google Shape;207;p11"/>
              <p:cNvSpPr/>
              <p:nvPr/>
            </p:nvSpPr>
            <p:spPr>
              <a:xfrm flipH="1">
                <a:off x="44560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9" name="Google Shape;208;p11"/>
            <p:cNvGrpSpPr/>
            <p:nvPr/>
          </p:nvGrpSpPr>
          <p:grpSpPr>
            <a:xfrm>
              <a:off x="4827600" y="4099320"/>
              <a:ext cx="231120" cy="1044000"/>
              <a:chOff x="4827600" y="4099320"/>
              <a:chExt cx="231120" cy="1044000"/>
            </a:xfrm>
          </p:grpSpPr>
          <p:sp>
            <p:nvSpPr>
              <p:cNvPr id="110" name="Google Shape;209;p11"/>
              <p:cNvSpPr/>
              <p:nvPr/>
            </p:nvSpPr>
            <p:spPr>
              <a:xfrm flipH="1">
                <a:off x="48276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Google Shape;210;p11"/>
              <p:cNvSpPr/>
              <p:nvPr/>
            </p:nvSpPr>
            <p:spPr>
              <a:xfrm flipH="1">
                <a:off x="482760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Google Shape;211;p11"/>
              <p:cNvSpPr/>
              <p:nvPr/>
            </p:nvSpPr>
            <p:spPr>
              <a:xfrm flipH="1">
                <a:off x="48276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Google Shape;212;p11"/>
              <p:cNvSpPr/>
              <p:nvPr/>
            </p:nvSpPr>
            <p:spPr>
              <a:xfrm flipH="1">
                <a:off x="482760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Google Shape;213;p11"/>
              <p:cNvSpPr/>
              <p:nvPr/>
            </p:nvSpPr>
            <p:spPr>
              <a:xfrm flipH="1">
                <a:off x="48276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" name="Google Shape;214;p11"/>
            <p:cNvGrpSpPr/>
            <p:nvPr/>
          </p:nvGrpSpPr>
          <p:grpSpPr>
            <a:xfrm>
              <a:off x="5199120" y="4309200"/>
              <a:ext cx="231120" cy="834120"/>
              <a:chOff x="5199120" y="4309200"/>
              <a:chExt cx="231120" cy="834120"/>
            </a:xfrm>
          </p:grpSpPr>
          <p:sp>
            <p:nvSpPr>
              <p:cNvPr id="116" name="Google Shape;215;p11"/>
              <p:cNvSpPr/>
              <p:nvPr/>
            </p:nvSpPr>
            <p:spPr>
              <a:xfrm flipH="1">
                <a:off x="51991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Google Shape;216;p11"/>
              <p:cNvSpPr/>
              <p:nvPr/>
            </p:nvSpPr>
            <p:spPr>
              <a:xfrm flipH="1">
                <a:off x="51991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Google Shape;217;p11"/>
              <p:cNvSpPr/>
              <p:nvPr/>
            </p:nvSpPr>
            <p:spPr>
              <a:xfrm flipH="1">
                <a:off x="51991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Google Shape;218;p11"/>
              <p:cNvSpPr/>
              <p:nvPr/>
            </p:nvSpPr>
            <p:spPr>
              <a:xfrm flipH="1">
                <a:off x="51991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0" name="Google Shape;219;p11"/>
            <p:cNvGrpSpPr/>
            <p:nvPr/>
          </p:nvGrpSpPr>
          <p:grpSpPr>
            <a:xfrm>
              <a:off x="5570280" y="4519080"/>
              <a:ext cx="231120" cy="624240"/>
              <a:chOff x="5570280" y="4519080"/>
              <a:chExt cx="231120" cy="624240"/>
            </a:xfrm>
          </p:grpSpPr>
          <p:sp>
            <p:nvSpPr>
              <p:cNvPr id="121" name="Google Shape;220;p11"/>
              <p:cNvSpPr/>
              <p:nvPr/>
            </p:nvSpPr>
            <p:spPr>
              <a:xfrm flipH="1">
                <a:off x="55702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221;p11"/>
              <p:cNvSpPr/>
              <p:nvPr/>
            </p:nvSpPr>
            <p:spPr>
              <a:xfrm flipH="1">
                <a:off x="55702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222;p11"/>
              <p:cNvSpPr/>
              <p:nvPr/>
            </p:nvSpPr>
            <p:spPr>
              <a:xfrm flipH="1">
                <a:off x="55702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" name="Google Shape;223;p11"/>
            <p:cNvGrpSpPr/>
            <p:nvPr/>
          </p:nvGrpSpPr>
          <p:grpSpPr>
            <a:xfrm>
              <a:off x="5941800" y="4309200"/>
              <a:ext cx="231120" cy="834120"/>
              <a:chOff x="5941800" y="4309200"/>
              <a:chExt cx="231120" cy="834120"/>
            </a:xfrm>
          </p:grpSpPr>
          <p:sp>
            <p:nvSpPr>
              <p:cNvPr id="125" name="Google Shape;224;p11"/>
              <p:cNvSpPr/>
              <p:nvPr/>
            </p:nvSpPr>
            <p:spPr>
              <a:xfrm flipH="1">
                <a:off x="59418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225;p11"/>
              <p:cNvSpPr/>
              <p:nvPr/>
            </p:nvSpPr>
            <p:spPr>
              <a:xfrm flipH="1">
                <a:off x="594180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226;p11"/>
              <p:cNvSpPr/>
              <p:nvPr/>
            </p:nvSpPr>
            <p:spPr>
              <a:xfrm flipH="1">
                <a:off x="59418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227;p11"/>
              <p:cNvSpPr/>
              <p:nvPr/>
            </p:nvSpPr>
            <p:spPr>
              <a:xfrm flipH="1">
                <a:off x="59418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9" name="Google Shape;228;p11"/>
            <p:cNvGrpSpPr/>
            <p:nvPr/>
          </p:nvGrpSpPr>
          <p:grpSpPr>
            <a:xfrm>
              <a:off x="6312960" y="4099320"/>
              <a:ext cx="231120" cy="1044000"/>
              <a:chOff x="6312960" y="4099320"/>
              <a:chExt cx="231120" cy="1044000"/>
            </a:xfrm>
          </p:grpSpPr>
          <p:sp>
            <p:nvSpPr>
              <p:cNvPr id="130" name="Google Shape;229;p11"/>
              <p:cNvSpPr/>
              <p:nvPr/>
            </p:nvSpPr>
            <p:spPr>
              <a:xfrm flipH="1">
                <a:off x="63129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230;p11"/>
              <p:cNvSpPr/>
              <p:nvPr/>
            </p:nvSpPr>
            <p:spPr>
              <a:xfrm flipH="1">
                <a:off x="631296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231;p11"/>
              <p:cNvSpPr/>
              <p:nvPr/>
            </p:nvSpPr>
            <p:spPr>
              <a:xfrm flipH="1">
                <a:off x="63129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232;p11"/>
              <p:cNvSpPr/>
              <p:nvPr/>
            </p:nvSpPr>
            <p:spPr>
              <a:xfrm flipH="1">
                <a:off x="631296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233;p11"/>
              <p:cNvSpPr/>
              <p:nvPr/>
            </p:nvSpPr>
            <p:spPr>
              <a:xfrm flipH="1">
                <a:off x="63129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5" name="Google Shape;234;p11"/>
            <p:cNvGrpSpPr/>
            <p:nvPr/>
          </p:nvGrpSpPr>
          <p:grpSpPr>
            <a:xfrm>
              <a:off x="6684480" y="4309200"/>
              <a:ext cx="231120" cy="834120"/>
              <a:chOff x="6684480" y="4309200"/>
              <a:chExt cx="231120" cy="834120"/>
            </a:xfrm>
          </p:grpSpPr>
          <p:sp>
            <p:nvSpPr>
              <p:cNvPr id="136" name="Google Shape;235;p11"/>
              <p:cNvSpPr/>
              <p:nvPr/>
            </p:nvSpPr>
            <p:spPr>
              <a:xfrm flipH="1">
                <a:off x="66844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236;p11"/>
              <p:cNvSpPr/>
              <p:nvPr/>
            </p:nvSpPr>
            <p:spPr>
              <a:xfrm flipH="1">
                <a:off x="66844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237;p11"/>
              <p:cNvSpPr/>
              <p:nvPr/>
            </p:nvSpPr>
            <p:spPr>
              <a:xfrm flipH="1">
                <a:off x="66844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238;p11"/>
              <p:cNvSpPr/>
              <p:nvPr/>
            </p:nvSpPr>
            <p:spPr>
              <a:xfrm flipH="1">
                <a:off x="66844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0" name="Google Shape;239;p11"/>
            <p:cNvGrpSpPr/>
            <p:nvPr/>
          </p:nvGrpSpPr>
          <p:grpSpPr>
            <a:xfrm>
              <a:off x="7055640" y="4519080"/>
              <a:ext cx="231120" cy="624240"/>
              <a:chOff x="7055640" y="4519080"/>
              <a:chExt cx="231120" cy="624240"/>
            </a:xfrm>
          </p:grpSpPr>
          <p:sp>
            <p:nvSpPr>
              <p:cNvPr id="141" name="Google Shape;240;p11"/>
              <p:cNvSpPr/>
              <p:nvPr/>
            </p:nvSpPr>
            <p:spPr>
              <a:xfrm flipH="1">
                <a:off x="70556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Google Shape;241;p11"/>
              <p:cNvSpPr/>
              <p:nvPr/>
            </p:nvSpPr>
            <p:spPr>
              <a:xfrm flipH="1">
                <a:off x="70556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Google Shape;242;p11"/>
              <p:cNvSpPr/>
              <p:nvPr/>
            </p:nvSpPr>
            <p:spPr>
              <a:xfrm flipH="1">
                <a:off x="70556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4" name="Google Shape;243;p11"/>
            <p:cNvGrpSpPr/>
            <p:nvPr/>
          </p:nvGrpSpPr>
          <p:grpSpPr>
            <a:xfrm>
              <a:off x="7798320" y="4099320"/>
              <a:ext cx="231120" cy="1044000"/>
              <a:chOff x="7798320" y="4099320"/>
              <a:chExt cx="231120" cy="1044000"/>
            </a:xfrm>
          </p:grpSpPr>
          <p:sp>
            <p:nvSpPr>
              <p:cNvPr id="145" name="Google Shape;244;p11"/>
              <p:cNvSpPr/>
              <p:nvPr/>
            </p:nvSpPr>
            <p:spPr>
              <a:xfrm flipH="1">
                <a:off x="77983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Google Shape;245;p11"/>
              <p:cNvSpPr/>
              <p:nvPr/>
            </p:nvSpPr>
            <p:spPr>
              <a:xfrm flipH="1">
                <a:off x="77983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Google Shape;246;p11"/>
              <p:cNvSpPr/>
              <p:nvPr/>
            </p:nvSpPr>
            <p:spPr>
              <a:xfrm flipH="1">
                <a:off x="77983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Google Shape;247;p11"/>
              <p:cNvSpPr/>
              <p:nvPr/>
            </p:nvSpPr>
            <p:spPr>
              <a:xfrm flipH="1">
                <a:off x="779832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Google Shape;248;p11"/>
              <p:cNvSpPr/>
              <p:nvPr/>
            </p:nvSpPr>
            <p:spPr>
              <a:xfrm flipH="1">
                <a:off x="77983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0" name="Google Shape;249;p11"/>
            <p:cNvGrpSpPr/>
            <p:nvPr/>
          </p:nvGrpSpPr>
          <p:grpSpPr>
            <a:xfrm>
              <a:off x="8169840" y="4309200"/>
              <a:ext cx="231120" cy="834120"/>
              <a:chOff x="8169840" y="4309200"/>
              <a:chExt cx="231120" cy="834120"/>
            </a:xfrm>
          </p:grpSpPr>
          <p:sp>
            <p:nvSpPr>
              <p:cNvPr id="151" name="Google Shape;250;p11"/>
              <p:cNvSpPr/>
              <p:nvPr/>
            </p:nvSpPr>
            <p:spPr>
              <a:xfrm flipH="1">
                <a:off x="81698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Google Shape;251;p11"/>
              <p:cNvSpPr/>
              <p:nvPr/>
            </p:nvSpPr>
            <p:spPr>
              <a:xfrm flipH="1">
                <a:off x="816984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Google Shape;252;p11"/>
              <p:cNvSpPr/>
              <p:nvPr/>
            </p:nvSpPr>
            <p:spPr>
              <a:xfrm flipH="1">
                <a:off x="81698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Google Shape;253;p11"/>
              <p:cNvSpPr/>
              <p:nvPr/>
            </p:nvSpPr>
            <p:spPr>
              <a:xfrm flipH="1">
                <a:off x="81698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5" name="Google Shape;254;p11"/>
            <p:cNvGrpSpPr/>
            <p:nvPr/>
          </p:nvGrpSpPr>
          <p:grpSpPr>
            <a:xfrm>
              <a:off x="7427160" y="4309200"/>
              <a:ext cx="231120" cy="834120"/>
              <a:chOff x="7427160" y="4309200"/>
              <a:chExt cx="231120" cy="834120"/>
            </a:xfrm>
          </p:grpSpPr>
          <p:sp>
            <p:nvSpPr>
              <p:cNvPr id="156" name="Google Shape;255;p11"/>
              <p:cNvSpPr/>
              <p:nvPr/>
            </p:nvSpPr>
            <p:spPr>
              <a:xfrm flipH="1">
                <a:off x="74271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Google Shape;256;p11"/>
              <p:cNvSpPr/>
              <p:nvPr/>
            </p:nvSpPr>
            <p:spPr>
              <a:xfrm flipH="1">
                <a:off x="742716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Google Shape;257;p11"/>
              <p:cNvSpPr/>
              <p:nvPr/>
            </p:nvSpPr>
            <p:spPr>
              <a:xfrm flipH="1">
                <a:off x="74271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Google Shape;258;p11"/>
              <p:cNvSpPr/>
              <p:nvPr/>
            </p:nvSpPr>
            <p:spPr>
              <a:xfrm flipH="1">
                <a:off x="74271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0" name="Google Shape;259;p11"/>
            <p:cNvGrpSpPr/>
            <p:nvPr/>
          </p:nvGrpSpPr>
          <p:grpSpPr>
            <a:xfrm>
              <a:off x="8541000" y="4519080"/>
              <a:ext cx="231120" cy="624240"/>
              <a:chOff x="8541000" y="4519080"/>
              <a:chExt cx="231120" cy="624240"/>
            </a:xfrm>
          </p:grpSpPr>
          <p:sp>
            <p:nvSpPr>
              <p:cNvPr id="161" name="Google Shape;260;p11"/>
              <p:cNvSpPr/>
              <p:nvPr/>
            </p:nvSpPr>
            <p:spPr>
              <a:xfrm flipH="1">
                <a:off x="85410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61;p11"/>
              <p:cNvSpPr/>
              <p:nvPr/>
            </p:nvSpPr>
            <p:spPr>
              <a:xfrm flipH="1">
                <a:off x="85410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62;p11"/>
              <p:cNvSpPr/>
              <p:nvPr/>
            </p:nvSpPr>
            <p:spPr>
              <a:xfrm flipH="1">
                <a:off x="85410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4" name="Google Shape;263;p11"/>
            <p:cNvGrpSpPr/>
            <p:nvPr/>
          </p:nvGrpSpPr>
          <p:grpSpPr>
            <a:xfrm>
              <a:off x="8912520" y="4309200"/>
              <a:ext cx="231120" cy="834120"/>
              <a:chOff x="8912520" y="4309200"/>
              <a:chExt cx="231120" cy="834120"/>
            </a:xfrm>
          </p:grpSpPr>
          <p:sp>
            <p:nvSpPr>
              <p:cNvPr id="165" name="Google Shape;264;p11"/>
              <p:cNvSpPr/>
              <p:nvPr/>
            </p:nvSpPr>
            <p:spPr>
              <a:xfrm flipH="1">
                <a:off x="89125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65;p11"/>
              <p:cNvSpPr/>
              <p:nvPr/>
            </p:nvSpPr>
            <p:spPr>
              <a:xfrm flipH="1">
                <a:off x="89125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66;p11"/>
              <p:cNvSpPr/>
              <p:nvPr/>
            </p:nvSpPr>
            <p:spPr>
              <a:xfrm flipH="1">
                <a:off x="89125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67;p11"/>
              <p:cNvSpPr/>
              <p:nvPr/>
            </p:nvSpPr>
            <p:spPr>
              <a:xfrm flipH="1">
                <a:off x="89125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lang="nl-NL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388520" y="772560"/>
            <a:ext cx="6366600" cy="186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lang="nl-NL" sz="8000" b="1" u="none" strike="noStrike">
                <a:solidFill>
                  <a:schemeClr val="lt1"/>
                </a:solidFill>
                <a:effectLst/>
                <a:uFillTx/>
                <a:latin typeface="Maven Pro"/>
                <a:ea typeface="Maven Pro"/>
              </a:rPr>
              <a:t>xx%</a:t>
            </a:r>
            <a:endParaRPr lang="nl-NL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1388520" y="2712240"/>
            <a:ext cx="6366600" cy="11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F68110-15CA-429C-99C2-05AD9822DF86}" type="slidenum">
              <a:rPr lang="en-GB" sz="900" b="0" u="none" strike="noStrike">
                <a:solidFill>
                  <a:schemeClr val="lt1"/>
                </a:solidFill>
                <a:effectLst/>
                <a:uFillTx/>
                <a:latin typeface="Nunito"/>
                <a:ea typeface="Nunito"/>
              </a:rPr>
              <a:t>&lt;number&gt;</a:t>
            </a:fld>
            <a:endParaRPr lang="nl-NL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425520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600" b="1" u="none" strike="noStrike">
                <a:solidFill>
                  <a:schemeClr val="lt1"/>
                </a:solidFill>
                <a:effectLst/>
                <a:uFillTx/>
                <a:latin typeface="Maven Pro"/>
                <a:ea typeface="Maven Pro"/>
              </a:rPr>
              <a:t>Neo-CRM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824040" y="3596400"/>
            <a:ext cx="425520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200" b="0" u="none" strike="noStrike">
                <a:solidFill>
                  <a:srgbClr val="f0f6fc"/>
                </a:solidFill>
                <a:effectLst/>
                <a:highlight>
                  <a:srgbClr val="0d1117"/>
                </a:highlight>
                <a:uFillTx/>
                <a:latin typeface="Arial"/>
                <a:ea typeface="Arial"/>
              </a:rPr>
              <a:t>Replace complex CRM software with a conversational system that tells you exactly what to do next.</a:t>
            </a:r>
            <a:endParaRPr lang="nl-N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2800" b="1" u="none" strike="noStrike">
                <a:solidFill>
                  <a:schemeClr val="dk2"/>
                </a:solidFill>
                <a:effectLst/>
                <a:uFillTx/>
                <a:latin typeface="Maven Pro"/>
                <a:ea typeface="Maven Pro"/>
              </a:rPr>
              <a:t>Current painpoints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Teams using systems like Salesforce or HubSpot often experience: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Heavy manual data entry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Time spent updating instead of selling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Complex navigation (menus, fields, pipelines)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585756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600" b="1" u="none" strike="noStrike">
                <a:solidFill>
                  <a:schemeClr val="lt1"/>
                </a:solidFill>
                <a:effectLst/>
                <a:uFillTx/>
                <a:latin typeface="Maven Pro"/>
                <a:ea typeface="Maven Pro"/>
              </a:rPr>
              <a:t>“Our sales team is spending more time managing the CRM than closing deals.”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endParaRPr lang="nl-NL" sz="2800" b="1" u="none" strike="noStrike">
              <a:solidFill>
                <a:schemeClr val="dk2"/>
              </a:solidFill>
              <a:effectLst/>
              <a:uFillTx/>
              <a:latin typeface="Maven Pro"/>
              <a:ea typeface="Maven Pro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Reps avoid logging activities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Managers don’t trust CRM data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Pipeline is inaccurate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Shadow systems (notes, spreadsheets, WhatsApp) emerge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585756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600" b="1" u="none" strike="noStrike">
                <a:solidFill>
                  <a:schemeClr val="lt1"/>
                </a:solidFill>
                <a:effectLst/>
                <a:uFillTx/>
                <a:latin typeface="Maven Pro"/>
                <a:ea typeface="Maven Pro"/>
              </a:rPr>
              <a:t>“If users won’t use the system, the system is broken—not the users.”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2800" b="1" u="none" strike="noStrike">
                <a:solidFill>
                  <a:schemeClr val="dk2"/>
                </a:solidFill>
                <a:effectLst/>
                <a:uFillTx/>
                <a:latin typeface="Maven Pro"/>
                <a:ea typeface="Maven Pro"/>
              </a:rPr>
              <a:t>Shift from system-of-record → system-of-action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Traditional CRMs are </a:t>
            </a:r>
            <a:r>
              <a:rPr lang="en-GB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systems of record</a:t>
            </a: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(store data).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 want CRM as a </a:t>
            </a:r>
            <a:r>
              <a:rPr lang="en-GB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system of execution</a:t>
            </a: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585756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600" b="1" u="none" strike="noStrike">
                <a:solidFill>
                  <a:schemeClr val="lt1"/>
                </a:solidFill>
                <a:effectLst/>
                <a:uFillTx/>
                <a:latin typeface="Maven Pro"/>
                <a:ea typeface="Maven Pro"/>
              </a:rPr>
              <a:t>“We can’t win by building another better CRM—we need to redefine what a CRM is.”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824040" y="763560"/>
            <a:ext cx="5857560" cy="357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600" b="1" u="none" strike="noStrike">
                <a:solidFill>
                  <a:schemeClr val="lt1"/>
                </a:solidFill>
                <a:effectLst/>
                <a:uFillTx/>
                <a:latin typeface="Maven Pro"/>
                <a:ea typeface="Maven Pro"/>
              </a:rPr>
              <a:t>We need to to reduce cognitive load, not just time</a:t>
            </a:r>
            <a:endParaRPr lang="nl-N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2800" b="1" u="none" strike="noStrike">
                <a:solidFill>
                  <a:schemeClr val="dk2"/>
                </a:solidFill>
                <a:effectLst/>
                <a:uFillTx/>
                <a:latin typeface="Maven Pro"/>
                <a:ea typeface="Maven Pro"/>
              </a:rPr>
              <a:t>“The best tools disappear—they don’t feel like tools.”</a:t>
            </a:r>
            <a:endParaRPr lang="nl-N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Too many fields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Too many views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Too many decisions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90356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One interface (chat)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One output (next action)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lang="en-GB" sz="13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Minimal thinking required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167364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Increase of revenu of EUR 50.000,- per quarter in subscriptions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3061800" y="1990080"/>
            <a:ext cx="167364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features result in 20k new registred users this year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040000" y="1958760"/>
            <a:ext cx="167364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Additional investments EUR 200k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020000" y="1958760"/>
            <a:ext cx="167364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NPS score from 7 to a 9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nl-NL</dc:language>
  <cp:lastModifiedBy/>
  <dcterms:modified xsi:type="dcterms:W3CDTF">2026-04-24T22:17:08Z</dcterms:modified>
  <cp:revision>1</cp:revision>
  <dc:subject/>
  <dc:title/>
</cp:coreProperties>
</file>