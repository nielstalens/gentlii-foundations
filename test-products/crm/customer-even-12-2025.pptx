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lang="nl-NL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nl-N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BD373AAE-A354-4307-95FB-9CDC5C4613D9}" type="slidenum"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lang="nl-NL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0000" y="144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40000" y="2610000"/>
            <a:ext cx="9000000" cy="21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Aft>
                <a:spcPts val="105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4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nl-N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nl-N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nl-N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7532615-B683-4416-8120-3B037BBFA70B}" type="slidenum"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540000" y="342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lang="nl-NL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380000" y="396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9000000" y="2700000"/>
            <a:ext cx="1260000" cy="108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-180000" y="2430000"/>
            <a:ext cx="1440000" cy="135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126000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220000"/>
            <a:ext cx="1620000" cy="12600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720000" y="4680000"/>
            <a:ext cx="720000" cy="72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540000" y="3420360"/>
            <a:ext cx="720000" cy="72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8100000" y="4680000"/>
            <a:ext cx="1080000" cy="8424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920000" y="5400000"/>
            <a:ext cx="900000" cy="90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7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9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42714BB6-53CB-4C9C-AAAC-64569E90A246}" type="slidenum">
              <a:rPr lang="nl-N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nl-N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lang="nl-NL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flipH="1">
            <a:off x="0" y="0"/>
            <a:ext cx="10080000" cy="5670000"/>
          </a:xfrm>
          <a:prstGeom prst="rect">
            <a:avLst/>
          </a:prstGeom>
          <a:gradFill rotWithShape="0">
            <a:gsLst>
              <a:gs pos="0">
                <a:srgbClr val="ffffff">
                  <a:alpha val="90196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1260000"/>
            <a:ext cx="10080000" cy="4410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440000" y="1080000"/>
            <a:ext cx="1440000" cy="126000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540000" y="1080000"/>
            <a:ext cx="720000" cy="72000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endParaRPr lang="nl-NL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nl-NL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nl-N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nl-N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0"/>
          </p:nvPr>
        </p:nvSpPr>
        <p:spPr>
          <a:xfrm>
            <a:off x="18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ctr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2"/>
          </p:nvPr>
        </p:nvSpPr>
        <p:spPr>
          <a:xfrm>
            <a:off x="7560000" y="5130000"/>
            <a:ext cx="2340000" cy="3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lstStyle>
            <a:lvl1pPr indent="0" algn="r">
              <a:buNone/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12406788-25D8-451F-AFC4-EDFE20B52FB3}" type="slidenum"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nl-N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142884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Customer event December 2025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504000" y="2592000"/>
            <a:ext cx="9071640" cy="202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nl-NL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nl-N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Current pain points</a:t>
            </a: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Slowness of the application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Users want to have more insights in the process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Aft>
                <a:spcPts val="105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Users want to create their own dashboards</a:t>
            </a: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30291DE-80C0-4C79-AFBA-5E5C273AB98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nl-N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lang="nl-N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7495D04-5DFF-4DF1-B790-08738D0833E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2026-05-07T17:08:54Z</dcterms:created>
  <dc:creator/>
  <dc:description>This work is licensed under a Creative Commons 0 License.
It makes use of the works of kka_libo_design@ashisuto.co.jp.</dc:description>
  <dc:language>nl-NL</dc:language>
  <cp:lastModifiedBy/>
  <dcterms:modified xsi:type="dcterms:W3CDTF">2026-05-07T17:12:13Z</dcterms:modified>
  <cp:revision>2</cp:revision>
  <dc:subject/>
  <dc:title>Lights</dc:title>
</cp:coreProperties>
</file>